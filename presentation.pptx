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DECENTRATHON 6.0 — SOUP KERNEL CHALLENGE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Qwen2.5 Fine-Tuning: Triton Kernels &amp; VRAM Optimization</a:t>
            </a:r>
          </a:p>
          <a:p>
            <a:pPr>
              <a:spcBef>
                <a:spcPts val="600"/>
              </a:spcBef>
              <a:defRPr sz="1400">
                <a:solidFill>
                  <a:srgbClr val="10B981"/>
                </a:solidFill>
                <a:latin typeface="Arial"/>
              </a:defRPr>
            </a:pPr>
            <a:r>
              <a:t>Kaggle Tesla T4 (15GB): VRAM 2.27x үнемдеу (14.35 GB -&gt; 6.32 GB), 1.305x Speedup және 10/10 PASS</a:t>
            </a:r>
          </a:p>
          <a:p>
            <a:br/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Команда: LunarTeam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Arial"/>
              </a:defRPr>
            </a:pPr>
            <a:r>
              <a:t>• Бекболат (Role 1): Техникалық Лид, Капитан &amp; GPU Kernel Архитекторы (Chunked CE &amp; NF4 Dequant)</a:t>
            </a:r>
            <a:br/>
            <a:r>
              <a:t>• Тоғжан (Role 4): ML Research Engineer &amp; QA Lead (Convergence Math, VRAM Roofline &amp; Pitch)</a:t>
            </a:r>
            <a:br/>
            <a:r>
              <a:t>• Нұрдәулет (Role 2): Triton Element-Wise &amp; Model Kernels Инженері (RMSNorm, RoPE, SwiGLU)</a:t>
            </a:r>
            <a:br/>
            <a:r>
              <a:t>• Дархан (Role 3): Batch Optimization, Harness &amp; Тұрақтылық Инженері (Dynamic Padding, 79 Tests)</a:t>
            </a:r>
          </a:p>
          <a:p>
            <a:br/>
            <a:pPr>
              <a:spcBef>
                <a:spcPts val="10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🔗 GitHub: github.com/ninumaki/SoupLunar   |   🔗 Kaggle Notebook: kaggle.com/code/ruekdp/notebookd4dc02b276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ТАЛДАУ ЖӘНЕ УЗКИЕ МЕСТА (PROFILING)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Базалық Орындалу Профилі (Soup 0.77.0):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44% уақыт: Ұсақ элементтік операциялар: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FP16 &lt;-&gt; FP32 casts, 57x RMSNorm, 28x SwiGLU, RoPE, LoRA қосулары.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36% уақыт: GEMM / MatMul: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Сызықтық қабаттардың матрицалық көбейтулері.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7% уақыт: Cross-Entropy Loss &amp; Softmax: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151,936 сөздік өлшемі бойынша логиттер мен градиенттер (VRAM шыңы!).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5% уақыт: NF4 салмақтарын декванттау: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4-биттік салмақтарды әр қадамда absmax блоктарымен ашу.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5% уақыт: Attention блогы: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Бос trailing pad токендерімен O(S^2) есептелуі.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VRAM Tapshylygy (OOM қаупі)::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Базалық жүйе қолжетімді 15,360 МиБ-тың 14,345 МиБ-ын (~93.4%) алады!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Неге осы операцияларды таңдадық?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Memory-Bandwidth Bound мәселесі: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Tesla T4 картасының жад өткізу қабілеті небәрі 320 ГБ/с. Элементтік операциялардың арифметикалық қарқындылығы өте төмен (I &lt;&lt; 10), уақыт HBM/DRAM-ға дерек тасуға кетеді.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SRAM On-Chip Fusion стратегиясы: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PyTorch бөлек CUDA кернелдерінің орнына, бірнеше амалды GPU-дың шапшаң ішкі жадында (SRAM/Registers) бір ғана I/O өтуімен орындау.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1.24 GB Логиттер Тензорын Жою: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152k сөздік логиттерін жадта сақтамай, Online Softmax (LogSumExp) арқылы кернел ішінде есептеу VRAM шыңын түбегейлі шешеді.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Pad-Token Truncation арқылы -35% FLOPs: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Датасет ұзындығы ~220 токен. Батч ішіндегі артық паддингті кесу арқылы Attention көлемін 35%-ға қысқарту.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АРХИТЕКТУРА ЖӘНЕ ТРИТОН КЕРНЕЛДЕРІ (@TRITON.JIT)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2-Сұрақ: Кернелдер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Fused Chunked Cross-Entropy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solution/fused_cross_entropy.py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Online Softmax (LogSumExp) алгоритмі арқылы C=128 өлшемді чанктермен есептеледі.</a:t>
            </a:r>
            <a:br/>
            <a:r>
              <a:t>• [2048 x 151936] FP16 логиттер (1.24 GB) HBM-де сақталмайды -&gt; 77.8 MB буфер (93.7% үнемдеу!).</a:t>
            </a:r>
            <a:br/>
            <a:r>
              <a:t>• Streaming Shannon Entropy H(p) = LSE(z) - mean(z) және dlogits бір өтуде анықталады.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Fused RMSNorm (Forward + Backward)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solution/fused_rmsnorm.py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PyTorch-тың 5 бөлек CUDA ядросының орнына 1 SRAM транзиті. BLOCK_SIZE=2048 &gt;= 1536.</a:t>
            </a:r>
            <a:br/>
            <a:r>
              <a:t>• Дисперсия мен rrms FP32 регистрлерінде жүреді; салмақпен көбейту тікелей чипте.</a:t>
            </a:r>
            <a:br/>
            <a:r>
              <a:t>• Backward кезінде dweight FP32-де жинақталып, градиент регрессиясы 0.00% деңгейінде сақталады.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Fast 4-bit NF4 Dequantization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solution/nf4_dequant.py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16-мәндік Bitsandbytes NF4 кестесі Triton регистріне бекітілген (Register LUT).</a:t>
            </a:r>
            <a:br/>
            <a:r>
              <a:t>• 4-биттік тығыз деректерді absmax блоктарымен бірге SRAM ішінде FP16-ға ашады (1.7x speedup).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Fused In-Place RoPE &amp; Dynamic Padding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solution/fused_rope.py &amp; dynamic_padding.py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Q (12 heads) және K (2 heads) тензорларын жаңа жад бөлмей, страйдтық индекспен айналдыру.</a:t>
            </a:r>
            <a:br/>
            <a:r>
              <a:t>• Dynamic Pad Removal: Батчты нақты максималды өлшемге дейін қысқартып, O(S^2) attention көлемін 35%-ға азайтады.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РЕСМИ KAGGLE TESLA T4 БЕНЧМАРКІ (RUNS/RESULT.JSON)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3-Сұрақ: Базамен салыстырғандағы нәтижелер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645920"/>
                <a:gridCol w="2133295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Метрика / Көрсеткіш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Базалық Soup 0.77.0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LunarTeam Шешімі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Өзгеріс / Ratio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Қорытынды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Пиктік бейнежад (Peak VRAM)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14,345 МиБ (14.35 GB)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6,323 МиБ (6.32 GB)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Memory 2.269x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🔥 8,022 МиБ (&gt;8 GB) үнемделді!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Толық оқыту уақыты (soup train)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84.11 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64.46 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Speedup 1.305x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⚡ 20 секундқа жеделдеді!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Өз Triton кернелдерінің үлесі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10.1%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Talap: &gt;= 5.0%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4 PASS (2 есе асты)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1-қадамдағы Loss ауытқуы (ΔL1)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2.05893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2.05953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0.029%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6 PASS (&lt;= 1.0% шегі)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64 қадамдық орташа Loss айырмасы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0.058%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0.058%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6 PASS (&lt;= 3.0% шегі)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Streaming Shannon Entropy айырмасы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0.216%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0.216%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5 PASS (&lt;= 3.0% шегі)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Eval Loss (Жасырын қатарлар)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2.04967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2.04956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-0.005%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💎 Check 7 PASS (Сапа жақсарды)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Soup регрессиялық тесттері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79 passed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79 passed in 0.50s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100% сәйкес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10 PASS (79/79)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Барлық ережелер (check_rules.py)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 / 10 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ALL PASS: TRUE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🏆 20/20 ұпай кепілдендірілді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💡 Практикалық маңызы: Үнемделген 8.0 ГБ VRAM арқасында тегін Kaggle T4 картасында контент ұзындығын 512-ден 2048-ге өсіруге немесе батчты 4 есе арттыруға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ИНЖЕНЕРЛІК ШЕКТЕУЛЕР ЖӘНЕ ROADMAP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Шешімнің Ашық Шектеулері (Limitations):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Turing T4 Архитектурасы (sm_75):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Tesla T4 картасында bfloat16 аппараттық нұсқаулықтары жоқ, тек FP16. FP16 шегі (~65504) шектеулі болғандықтан, кернелдердегі барлық редукциялар мен қосындылар сан тұрақтылығы үшін tl.float32 регистрлерінде орындалып, шығысы FP16-ға түсірілді.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Алғашқы 2 қадамдағы JIT-компиляция шығыны: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run_task.py әр өлшемді таза ортада бастайтындықтан, Triton алғашқы 2 қадамда кернелдерді компиляциялайды (~2.5 с). Ұзақ оқытуларда (1000+ қадам) бұл overhead нөлге теңеседі.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Шағын батч өлшемі (Batch=4, Seq=512):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M = 2048 қатары T4 GPU-дың барлық 40 Streaming Multiprocessor (SM) блоктарын толық толтырмайды. Жад үнемделген соң батчты көбейтуге болады.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Келесі Даму Бағыттары (Roadmap):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Flash-Attention Style Triton Fused Block: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Attention қабатының Q x K^T, Softmax және V көбейтулерін аралық тензорларды сақтамай, толық чип ішіндегі бірыңғай кернелге біріктіру.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W4A16 Fused GEMM (NF4 MatMul):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NF4 салмақтарын деквантизациялау мен матрицалық көбейтуді (GEMM) бір ортақ кернелде қосып, сызықтық қабаттарды тағы 1.3x жеделдету.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Sequence Packing (Padding-Free):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Батч ішіндегі қысқа жолдарды бір ұзын тізбекке біріктіріп (cu_seqlens арқылы), бос токендерді 0%-ға дейін жою.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LUNARTEAM — ЖЕҢІСКЕ ДАЙЫН ШЕШІМ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Қорытынды және Байқауды Тапсыру (Conclusion)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🏆 10 / 10 PASS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Толық Ережелік Сәйкестік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PyTest: 79/79 passed (0.50s)</a:t>
            </a:r>
            <a:br/>
            <a:r>
              <a:t>• Kernel share: 10.1% (&gt;= 5%)</a:t>
            </a:r>
            <a:br/>
            <a:r>
              <a:t>• Eval loss: -0.005% (сақталды)</a:t>
            </a:r>
            <a:br/>
            <a:r>
              <a:t>• 0 NaN/Inf барлық 64 қадамда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⚡ 1.305x Speedup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Оқытуды Жеделдету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База: 84.11 с -&gt; Бізде: 64.46 с</a:t>
            </a:r>
            <a:br/>
            <a:r>
              <a:t>• 20 секунд таза уақыт үнемделді</a:t>
            </a:r>
            <a:br/>
            <a:r>
              <a:t>• Fused CE: 1.24 GB -&gt; 78 MB</a:t>
            </a:r>
            <a:br/>
            <a:r>
              <a:t>• Dynamic unpadding: -35% FLOPs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🔥 2.269x VRAM Ratio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Жад Бойынша Чемпион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База: 14,345 MiB (14.35 GB)</a:t>
            </a:r>
            <a:br/>
            <a:r>
              <a:t>• LunarTeam: 6,323 MiB (6.32 GB)</a:t>
            </a:r>
            <a:br/>
            <a:r>
              <a:t>• Үнемделген: 8,022 MiB (&gt;8 GB!)</a:t>
            </a:r>
            <a:br/>
            <a:r>
              <a:t>• OOM қаупі толық жойылды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728655" cy="914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🔗 GitHub Репозиторий: https://github.com/ninumaki/SoupLunar (Ветка: main, Commit: 63544ba)</a:t>
            </a:r>
            <a:br/>
            <a:r>
              <a:t>🔗 Жария Kaggle Ноутбугы: https://www.kaggle.com/code/ruekdp/notebookd4dc02b276 (Run All -&gt; 10/10 PASS)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